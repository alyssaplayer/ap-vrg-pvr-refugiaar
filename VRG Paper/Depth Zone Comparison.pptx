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48"/>
  </p:normalViewPr>
  <p:slideViewPr>
    <p:cSldViewPr snapToGrid="0">
      <p:cViewPr varScale="1">
        <p:scale>
          <a:sx n="114" d="100"/>
          <a:sy n="114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15:26:25.66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0,'59'0,"-6"0,-18 0,-5 0,5 0,0 0,-4 0,4 0,-6 0,5 0,-3 0,10 0,-5 0,0 0,5 0,-4 0,-1 0,5 0,-5 0,0 0,5 0,-4 0,5 0,0 0,0 0,-5 0,3 0,-3 0,5 0,0 0,0 0,-5 0,4 0,-5 0,6 0,-5 0,-3 0,1 0,-4 0,10 0,-11 0,11 0,-11 0,11 0,-10 0,9 0,-3 0,-1 0,5 0,-5 0,1 0,3 0,-9 0,4 0,0 0,-5 0,5 0,0 0,-4 0,9 0,-3 0,5 5,-6-4,5 4,-5-5,1 4,-2-3,0 3,-5-4,11 0,-11 0,5 0,0 0,-4 0,4 0,-6 0,-5 0,3 0,-8 0,9 0,-9 0,4 0,-1 0,-3 0,0 0,-3 0,-2 0,3 0,1 0,-5 0,4 0,-4 4,5-3,0 3,-1-4,1 0,0 0,-1 0,-3 0,2 0,-2 0,3 0,1 0,0 0,-1 0,1 0,-5 0,4 0,-4 0,9 0,-4 0,3 0,-7 0,2 0,-2 0,3 0,1 0,-5 0,4 0,-4 0,5 0,0 0,4 0,-3 0,4 0,-5 0,4 0,-3 0,4 0,0 0,-4 0,3 0,-4 0,-5 0,4 0,0 0,-3 0,10 0,-14 0,9 0,-3 0,-3 0,3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15:26:43.81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87,'40'0,"-3"0,-28 0,8 0,0 0,1 0,-1 0,0 0,-4 0,5-4,3 3,-2-3,-2 4,-1 0,1 0,2 0,-2 0,-1 0,1-3,2 2,-2-3,-1 4,1 0,-3-4,6 4,-7-4,5 4,2-4,-6 3,10-2,-14 3,10 0,-3-4,-3 3,6-3,-3 4,-2 0,5-4,-8 3,6-3,-2 4,1 0,-1-4,1 3,-1-7,1 7,-1-2,2 3,-1-4,0 3,1-3,0 4,-1 0,1 0,0 0,-1 0,1 0,0 0,-1 0,1 0,0 0,-1 0,6 0,-4 0,4 0,-6 0,6-4,-4 2,9-2,-9 4,3 0,1 0,-4 0,4 0,-6 0,1 0,0 0,-1 0,6 0,-4 0,4 0,-6 0,1 0,0 0,-1 0,1 0,0 0,-1 0,1 0,0 0,-1 0,1 0,5 0,1 0,5 0,-5 0,4 0,-4 0,5 0,0 0,0 0,0 0,0 0,0 4,0-2,-5 2,4 0,-4-3,5 8,0-8,0 3,0 0,0-2,0 6,0-7,0 4,-5-2,4-2,-9 7,8-7,-8 3,4-4,-5 4,-1-3,-3 3,2-4,-2 4,7-3,-3 3,4-4,-5 4,1-3,0 3,-1-4,1 4,0-3,-1 3,1-4,0 3,-1-2,6 3,-4-4,4 4,-1-3,2 3,5-4,-5 4,4-3,-4 3,5-4,0 0,0 0,-5 0,-1 0,0 0,-4 0,3 0,-4 0,0 0,-1 0,1 0,0 0,-5 0,4 0,-1 0,2 0,-2 0,0 0,-3 0,3 0,-1 0,1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4T15:26:57.22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78,'42'0,"0"0,-23 0,9 0,-9 0,9 0,-5 0,7 0,-6 0,3 0,-3 0,0 0,4 0,-4-9,5 7,0-7,-5 9,4 0,-4 0,5 0,6 0,-5 0,5 0,-6-4,0 3,0-4,0 5,0-4,0 3,-5-3,4-1,-4 4,5-3,0-1,0 4,0-3,-5 4,4 0,-4-4,5 3,0-4,-5 5,4 0,-9-4,9 3,-4-3,5 4,0 0,0 0,0 0,6 0,-5 0,5 0,0 0,-5 0,5 0,-6 0,6 0,-4 0,4 0,-6 0,0 0,0 0,0 0,-5 0,4 0,-4 0,5 0,0 0,0 5,0-4,0 3,-5-4,4 4,-4-3,5 4,-5-1,3-3,-8 2,4-3,0 5,-4-4,3 3,-4-4,5 0,-4 0,8 0,-8 0,9 0,-9 0,9 0,-9 0,9 0,-4 0,0 0,-2 0,-4 0,0 0,4 0,-3 0,4 0,-5 0,4 0,-3 0,9 0,-9 4,4-3,-1 3,-3-4,4 0,-5 0,-1 4,1-3,0 3,-5-4,4 0,0 0,-3 3,6-2,-3 3,-3-4,6 0,-3 0,-2 0,5 0,-8 0,5 0,-1 0,-1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3E4E-774A-0A50-7499-10294B01A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A4A05-C771-895B-2692-2680234F1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B0879-7E90-9F47-5E1C-00F36E5A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8DCBF-1072-C46A-9379-1560563E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B7F52-9653-5619-FB6E-5EDE91B5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6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5C55-D825-BA21-FE93-C4F1B09F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E7A77-3FB1-18A3-B2DD-4A4E1169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357C-562F-1076-4C58-3F5EC8D2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7A293-28E8-BEB5-CB40-7BD0A9E8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C7C4-0A91-B08A-62C7-5115A3AF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4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544C-23D3-C402-093D-1F523E36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86998-BE6C-AA17-FF7D-B6DD7AECB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3445C-F443-3096-2AE6-D000AE39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77EED-BA32-35C0-A0A7-CBDB038A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78928-C5A1-B8D4-9189-38866E42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2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6732-D0D4-FD0E-F1CB-62953783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7F702-76DF-876F-6DD9-C52335FE1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D7A57-DB6E-EA3B-E57B-02AF5AC03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D0760-B383-0135-6CA5-B22F3D71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2C8F9-2F41-D709-290F-A7D9C519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27AF-31BD-E8F4-9300-A013ECE0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4799-BBD9-2023-D24D-7B44B3F14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925AD-5BE6-D836-24BD-7E577C24C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155C5-584D-56C8-FB72-B3EA061A6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B2F03-D520-99F3-8754-67F535ADC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75EA6-D8A4-9F9C-F6C3-28A7450CE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8FD2D-8893-1E9F-DE6B-09EABC1E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E36AC-E259-2CBC-9493-3C02C6E3F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3DE71-DA28-9404-35DD-EE97B9F3A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2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80AB-9A1D-E4D8-D0E6-073EC697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AB6C4-6DC7-CCF4-298F-C30168419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BF69F-B07B-A17E-5EDB-194441C03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39435-2F13-ACCD-5D18-A2112DE2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4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CA3FE-6FE0-D11A-1E5D-BF8CE2B4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A1288-8F09-A349-05FB-BF218DC1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C4C36-A33B-2B5F-77E1-138C62B5F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8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0DFF-6682-FEEE-0535-10B5B814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C52C-F413-A7C5-38D5-7FF781469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912B1-C387-EC15-5874-FBAE7F98D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61630-FFF1-CC8D-B6D4-D5660498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E84A6-AEC1-9B5F-1D00-C3A58178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C10B4-218D-D46A-8D28-CAAE9F44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1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D237-00FD-8159-B64C-5A618A13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FBBB4-9E48-CC7A-B5BA-6B74E8D63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CD87E-5464-B9B2-CFD7-05C403073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A2FD8-91AF-F2EA-5C15-7C3A6161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D6B6B-2976-6CFB-9713-49414BBE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FB0E7-F755-E79E-ADB4-2D6ECE40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8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1D90-E411-DFD5-842F-D473D83ED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7AD85-DA09-4409-D926-CAE0B4FF1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2D7B5-9873-3E14-7356-59780274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3EF72-A4C3-8B3D-7F4F-7C7258C9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FB1B3-5E5C-9639-BE2F-9266070D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70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51B202-C434-0629-0040-FFD06EA65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2B5F4-09CB-8FF8-6E0B-BA04CC4E1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AFDB-E7F1-66B2-5719-A7E68189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08155-86EB-0A7E-BBCB-F153839B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F22F9-C482-9183-E7BD-A6B1D5BF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2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D496B-784F-20D2-C954-BEB9B9170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8E8AD-0B20-780A-6B88-90665A60F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777B5-55D0-CBEA-FA87-8361A81CD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5BA36-7E42-C141-A10B-F6640F156BB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31C5-AB54-E1E9-B549-99AE7521C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18C78-FCB6-6DA6-2298-0CBC015CB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DA0EC-3C38-C348-B1FD-CF06B0CCB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6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customXml" Target="../ink/ink1.xml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767C753-F9B6-9B36-0128-30242175453D}"/>
              </a:ext>
            </a:extLst>
          </p:cNvPr>
          <p:cNvSpPr txBox="1"/>
          <p:nvPr/>
        </p:nvSpPr>
        <p:spPr>
          <a:xfrm>
            <a:off x="5574608" y="1200679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Outer Middle, Outer, Deep vs ARM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DAF19-BB84-5091-C33D-AE8ED9E8D4F9}"/>
              </a:ext>
            </a:extLst>
          </p:cNvPr>
          <p:cNvSpPr txBox="1"/>
          <p:nvPr/>
        </p:nvSpPr>
        <p:spPr>
          <a:xfrm>
            <a:off x="286542" y="1180688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Inner, Middle vs ARM</a:t>
            </a: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219AC8C8-3602-A61D-613D-86B4704EE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0020"/>
            <a:ext cx="6598905" cy="5307980"/>
          </a:xfrm>
          <a:prstGeom prst="rect">
            <a:avLst/>
          </a:prstGeom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D03A98BF-7134-E553-9335-5041F2F9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065" y="1550020"/>
            <a:ext cx="6598906" cy="5307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81D3C5-E38B-A39A-6C7D-9ECD184190CC}"/>
              </a:ext>
            </a:extLst>
          </p:cNvPr>
          <p:cNvSpPr txBox="1"/>
          <p:nvPr/>
        </p:nvSpPr>
        <p:spPr>
          <a:xfrm>
            <a:off x="286542" y="490654"/>
            <a:ext cx="42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Sea Stars (2008 – 2024)</a:t>
            </a:r>
          </a:p>
        </p:txBody>
      </p:sp>
    </p:spTree>
    <p:extLst>
      <p:ext uri="{BB962C8B-B14F-4D97-AF65-F5344CB8AC3E}">
        <p14:creationId xmlns:p14="http://schemas.microsoft.com/office/powerpoint/2010/main" val="313476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90E4B-8167-5803-8016-491EC483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3143C4E-458B-DBF3-B0F7-F9DCED4AD674}"/>
              </a:ext>
            </a:extLst>
          </p:cNvPr>
          <p:cNvSpPr txBox="1"/>
          <p:nvPr/>
        </p:nvSpPr>
        <p:spPr>
          <a:xfrm>
            <a:off x="5733259" y="1014401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Outer Middle, Outer, Deep vs ARM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3D112-7BF4-E123-34B6-4A91AAD4CCBF}"/>
              </a:ext>
            </a:extLst>
          </p:cNvPr>
          <p:cNvSpPr txBox="1"/>
          <p:nvPr/>
        </p:nvSpPr>
        <p:spPr>
          <a:xfrm>
            <a:off x="286541" y="1058024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Inner, Middle vs ARM</a:t>
            </a:r>
          </a:p>
        </p:txBody>
      </p:sp>
      <p:pic>
        <p:nvPicPr>
          <p:cNvPr id="2" name="Picture 1" descr="A chart with red and white squares&#10;&#10;AI-generated content may be incorrect.">
            <a:extLst>
              <a:ext uri="{FF2B5EF4-FFF2-40B4-BE49-F238E27FC236}">
                <a16:creationId xmlns:a16="http://schemas.microsoft.com/office/drawing/2014/main" id="{67C3F156-A7A7-001E-F3E1-4D8D58EA5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7357"/>
            <a:ext cx="6751402" cy="5430644"/>
          </a:xfrm>
          <a:prstGeom prst="rect">
            <a:avLst/>
          </a:prstGeom>
        </p:spPr>
      </p:pic>
      <p:pic>
        <p:nvPicPr>
          <p:cNvPr id="5" name="Picture 4" descr="A chart with red and orange squares&#10;&#10;AI-generated content may be incorrect.">
            <a:extLst>
              <a:ext uri="{FF2B5EF4-FFF2-40B4-BE49-F238E27FC236}">
                <a16:creationId xmlns:a16="http://schemas.microsoft.com/office/drawing/2014/main" id="{4DBEC2B7-C422-050B-7095-77894260C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597" y="1427354"/>
            <a:ext cx="6751403" cy="54306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4166B5-0F44-F94A-513E-29F9C6297442}"/>
              </a:ext>
            </a:extLst>
          </p:cNvPr>
          <p:cNvSpPr txBox="1"/>
          <p:nvPr/>
        </p:nvSpPr>
        <p:spPr>
          <a:xfrm>
            <a:off x="286542" y="490654"/>
            <a:ext cx="42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Urchins (2008 – 2024)</a:t>
            </a:r>
          </a:p>
        </p:txBody>
      </p:sp>
    </p:spTree>
    <p:extLst>
      <p:ext uri="{BB962C8B-B14F-4D97-AF65-F5344CB8AC3E}">
        <p14:creationId xmlns:p14="http://schemas.microsoft.com/office/powerpoint/2010/main" val="458327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38CBF-6DA0-FADF-BB45-83E914A5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2E547-8798-77A8-B8EE-8C6996CDE4B6}"/>
              </a:ext>
            </a:extLst>
          </p:cNvPr>
          <p:cNvSpPr txBox="1"/>
          <p:nvPr/>
        </p:nvSpPr>
        <p:spPr>
          <a:xfrm>
            <a:off x="286541" y="4014079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Outer Middle, Outer, Deep vs 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52DE4-2CD3-6566-F398-3B97F7276584}"/>
              </a:ext>
            </a:extLst>
          </p:cNvPr>
          <p:cNvSpPr txBox="1"/>
          <p:nvPr/>
        </p:nvSpPr>
        <p:spPr>
          <a:xfrm>
            <a:off x="286541" y="1058024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Inner, Middle vs ARM</a:t>
            </a:r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5C5F3D6-85F6-1085-FD64-6C31FDC92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41" y="4505093"/>
            <a:ext cx="9711262" cy="1793521"/>
          </a:xfrm>
          <a:prstGeom prst="rect">
            <a:avLst/>
          </a:prstGeom>
        </p:spPr>
      </p:pic>
      <p:pic>
        <p:nvPicPr>
          <p:cNvPr id="11" name="Picture 10" descr="A list of points on a white background&#10;&#10;AI-generated content may be incorrect.">
            <a:extLst>
              <a:ext uri="{FF2B5EF4-FFF2-40B4-BE49-F238E27FC236}">
                <a16:creationId xmlns:a16="http://schemas.microsoft.com/office/drawing/2014/main" id="{1C74CF0C-83F5-97DA-BC67-5B2B503AE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92" y="1427356"/>
            <a:ext cx="9590050" cy="19180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0F5151-25BE-40C6-DFA6-AF7247C3E85F}"/>
              </a:ext>
            </a:extLst>
          </p:cNvPr>
          <p:cNvSpPr txBox="1"/>
          <p:nvPr/>
        </p:nvSpPr>
        <p:spPr>
          <a:xfrm>
            <a:off x="286542" y="490654"/>
            <a:ext cx="428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Site Lists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21C1DA7-5D3E-C757-E21D-77A328BAC399}"/>
                  </a:ext>
                </a:extLst>
              </p14:cNvPr>
              <p14:cNvContentPartPr/>
              <p14:nvPr/>
            </p14:nvContentPartPr>
            <p14:xfrm>
              <a:off x="6656365" y="2075233"/>
              <a:ext cx="1439280" cy="10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21C1DA7-5D3E-C757-E21D-77A328BAC3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2725" y="1967233"/>
                <a:ext cx="15469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76C1D1E-6D49-8C02-167A-DB26C0119AE1}"/>
                  </a:ext>
                </a:extLst>
              </p14:cNvPr>
              <p14:cNvContentPartPr/>
              <p14:nvPr/>
            </p14:nvContentPartPr>
            <p14:xfrm>
              <a:off x="8611165" y="2063713"/>
              <a:ext cx="1246320" cy="46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76C1D1E-6D49-8C02-167A-DB26C0119AE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57165" y="1955713"/>
                <a:ext cx="13539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A8683F-7D5A-DC9F-B05B-D62EC69B72E7}"/>
                  </a:ext>
                </a:extLst>
              </p14:cNvPr>
              <p14:cNvContentPartPr/>
              <p14:nvPr/>
            </p14:nvContentPartPr>
            <p14:xfrm>
              <a:off x="4734325" y="2271433"/>
              <a:ext cx="1159560" cy="280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A8683F-7D5A-DC9F-B05B-D62EC69B72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0685" y="2163433"/>
                <a:ext cx="1267200" cy="24372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73F172-B819-45CE-6136-58D4FFFA9945}"/>
              </a:ext>
            </a:extLst>
          </p:cNvPr>
          <p:cNvSpPr txBox="1"/>
          <p:nvPr/>
        </p:nvSpPr>
        <p:spPr>
          <a:xfrm>
            <a:off x="8611165" y="202064"/>
            <a:ext cx="329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pink</a:t>
            </a:r>
            <a:r>
              <a:rPr lang="en-US" dirty="0"/>
              <a:t> = unique to inner / middle</a:t>
            </a:r>
          </a:p>
        </p:txBody>
      </p:sp>
    </p:spTree>
    <p:extLst>
      <p:ext uri="{BB962C8B-B14F-4D97-AF65-F5344CB8AC3E}">
        <p14:creationId xmlns:p14="http://schemas.microsoft.com/office/powerpoint/2010/main" val="340448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61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Alyssa Player</dc:creator>
  <cp:lastModifiedBy>Player, Alyssa</cp:lastModifiedBy>
  <cp:revision>12</cp:revision>
  <dcterms:created xsi:type="dcterms:W3CDTF">2025-10-24T02:39:29Z</dcterms:created>
  <dcterms:modified xsi:type="dcterms:W3CDTF">2025-10-24T15:28:28Z</dcterms:modified>
</cp:coreProperties>
</file>